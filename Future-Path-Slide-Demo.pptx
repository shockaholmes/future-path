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59" r:id="rId7"/>
    <p:sldId id="260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43"/>
    <p:restoredTop sz="94643"/>
  </p:normalViewPr>
  <p:slideViewPr>
    <p:cSldViewPr snapToGrid="0">
      <p:cViewPr varScale="1">
        <p:scale>
          <a:sx n="96" d="100"/>
          <a:sy n="96" d="100"/>
        </p:scale>
        <p:origin x="200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3FF75-3F72-F71F-3CDC-5CB9624059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0D9B1A-1794-B125-74C1-6DF295072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F288C-5936-5534-BE00-E8DECA75F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C6D5E-E890-B948-9320-D5A94FE1D9C0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7B4FB-8F4B-54D4-74C9-0E2D2ABFB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046AB-70B1-AC97-072A-EA24B99B5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66642-63F9-854A-89F4-E548A8924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257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62B5B-58E2-D664-EFF9-F4600D778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67071-F601-3494-1773-3564B0741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DE18E-A4F2-0F57-BBE8-364F10312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C6D5E-E890-B948-9320-D5A94FE1D9C0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4BC86-C68C-63F1-0DB4-058CAB04B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0B7E9-2A76-891D-0143-21995BF0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66642-63F9-854A-89F4-E548A8924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191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EC58C-39C6-FED7-E28C-2D158C33F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239D1-ECF1-B99E-556D-F408A7905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28799-A8EF-5B71-3787-5F5A273AC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C6D5E-E890-B948-9320-D5A94FE1D9C0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A7A4E-A762-58BA-F63F-259647126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AE076-DFB5-FDF9-574D-F2CB593D7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66642-63F9-854A-89F4-E548A8924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974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CA122-6244-EA74-7E5E-FE2BA7FF5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30F00-1433-85FE-855D-B1960CA16D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203224-39D2-869D-6691-C8CE902E7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5CF2D-5843-ECB4-5D0A-1F1472F74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C6D5E-E890-B948-9320-D5A94FE1D9C0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F102A8-6A1A-BCCB-3832-542BECBCA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1080F-5E68-A1C1-DA71-F9B417B3F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66642-63F9-854A-89F4-E548A8924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379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0DFA2-59F4-97E6-7D53-DF2046014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14ACA-C828-4ECB-F515-667FDE925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234A7F-BB0E-A0C3-F0C8-AD4424C6C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393CBF-9920-47C5-B054-FA97E6105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54A363-D8F7-D013-A2ED-82A9D9C1AA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4A5785-3B6F-603A-E854-0456DC3BE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C6D5E-E890-B948-9320-D5A94FE1D9C0}" type="datetimeFigureOut">
              <a:rPr lang="en-US" smtClean="0"/>
              <a:t>6/5/26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6DB5F1-C079-E74B-05C3-E11FB1402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799103-2914-DC9A-68D2-073D215A5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66642-63F9-854A-89F4-E548A8924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996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20DDC-1FC9-3A32-B830-B42ACCF4B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558423-DBA1-E26F-B128-442A8591D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C6D5E-E890-B948-9320-D5A94FE1D9C0}" type="datetimeFigureOut">
              <a:rPr lang="en-US" smtClean="0"/>
              <a:t>6/5/26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0BFDB2-965E-9065-4598-9DD3A4EFA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5FC0AB-76F2-B7DC-ABEF-E1F3FB7E5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66642-63F9-854A-89F4-E548A8924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11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D4CA7B-BC1A-4480-0581-4EB859045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C6D5E-E890-B948-9320-D5A94FE1D9C0}" type="datetimeFigureOut">
              <a:rPr lang="en-US" smtClean="0"/>
              <a:t>6/5/26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DE2EE0-488E-3097-281E-F5FF3024A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D0E5B-B80D-0329-2C6E-75004793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66642-63F9-854A-89F4-E548A8924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06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3F0CE-AE64-7266-481D-5D973CEA5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87849-9708-F520-2A1E-C579F25A1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830C84-FE5E-EFF8-2683-BC3F91C39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8053EA-76C6-562E-1923-F4CC767DD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C6D5E-E890-B948-9320-D5A94FE1D9C0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EDD4C-5BFD-CB03-1098-271338894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307775-ED08-9E31-7D95-CD34D16E5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66642-63F9-854A-89F4-E548A8924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19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4BE53-1670-1F85-ACEC-25B4CB32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3221CA-FB48-4D75-142B-9D374B3B93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2166C-6BCB-1799-4D21-EBA55C760F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7284D-015A-9B3E-234A-F3EB3DC0B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C6D5E-E890-B948-9320-D5A94FE1D9C0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DAE4AB-5C5D-0C00-DA41-EBD273156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BD85F-0476-950B-1434-9CD117AB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66642-63F9-854A-89F4-E548A8924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809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9A9F7-4875-3308-BAE0-4A743F9AA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00E854-A39B-6E43-2EBA-987C93B92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26C85-3D3B-EC7D-8629-7279375B0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C6D5E-E890-B948-9320-D5A94FE1D9C0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9F80D-EF78-6A9C-A2B8-7F1C5244B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FBEF7-B265-91AC-AA99-E5FEC716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66642-63F9-854A-89F4-E548A8924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115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81F0DA-97E0-69E1-5F81-FD19C8F2F0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6D44E8-947A-DFB3-8D1B-0942789C54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4E2B8-A951-EDB5-4957-6EB4F27AB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C6D5E-E890-B948-9320-D5A94FE1D9C0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40005-E011-47C4-513F-88A8346EF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7267C-5240-3756-C75D-84761B9A6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66642-63F9-854A-89F4-E548A8924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069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25A284-1CD8-B7A0-0E98-E8AD7467B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C32D8-9670-3420-2FA0-91D5F296A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E85D5-6167-FE2C-8866-6153301D58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9C6D5E-E890-B948-9320-D5A94FE1D9C0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5A0ED-38DF-0CDC-5240-4D83474A0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1897D-FBCE-7716-E51C-2A9976E493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066642-63F9-854A-89F4-E548A8924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430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3B464-EC8B-F2EB-A828-27B7060309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46233A-91AC-5C63-CFCA-8738A13FC8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D5BA517-4920-BAAB-8BE2-202B4C6FF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140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02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8821A-17FE-0BE8-18A2-4744F9A97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98E55D-3D40-F9C8-6B9D-6594323ECD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735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21BB5-37BC-A20E-7EE5-E2162E637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4BA86E-3EFB-1AE6-32DF-64A191855C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8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5C9B-8FA3-82CC-8979-CB1619D6C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59BAD9-92A5-0CEA-4E1A-51C5C15963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989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D8412-57D7-4DA8-41E2-B2F6F5315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BEE55B-D9F5-26BA-8547-90DB269780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3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6972E-5B79-F3E9-C215-38A82639A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6C86AA-C34A-FAE0-D682-57B7B3B7BF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1958" y="-178904"/>
            <a:ext cx="12223958" cy="703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979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06E14-0D9E-0EE0-E50F-646F112F9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026782-1146-A5E4-70B9-ED7567D452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389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C192D-D4CE-1E9E-3CA0-0EFBAD3EB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3A9A14-9F95-E0EE-527E-EA6C314133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045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6EC53-66F8-D342-BD0C-363DC180C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8E20C5-6C76-DA3B-2854-BEE4416BC5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233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A4796-2BA6-547C-3D2C-EDF1E3B57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969BD6-44C7-376A-3D60-38477D7AE5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80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87362-14D8-FDA0-ECE1-A02779446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953951-6B28-CD22-DB27-80E7272543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11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5903C-0EAE-C374-DB93-76FD7C670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28259C-2E1E-2674-ACB1-6D23B4E99C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469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68013-8F97-A594-2889-0A933709E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29163F-719F-439C-CCD3-314744AFD0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464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0</Words>
  <Application>Microsoft Macintosh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Shocka Holmes</dc:creator>
  <cp:lastModifiedBy>Shocka Holmes</cp:lastModifiedBy>
  <cp:revision>1</cp:revision>
  <dcterms:created xsi:type="dcterms:W3CDTF">2026-06-05T14:19:12Z</dcterms:created>
  <dcterms:modified xsi:type="dcterms:W3CDTF">2026-06-05T14:57:09Z</dcterms:modified>
</cp:coreProperties>
</file>